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8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5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21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6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6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26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1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5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7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0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FE4B0-C9EF-4140-8D9A-96B979172F56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91A92-B3E0-43A7-BFA9-8667DE95D1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7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5006" y="1639614"/>
            <a:ext cx="10173360" cy="231227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¿Porque existe tanta delincuencia en San Juan de Lurigancho?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2636" y="2396360"/>
            <a:ext cx="6574220" cy="1169636"/>
          </a:xfrm>
        </p:spPr>
        <p:txBody>
          <a:bodyPr/>
          <a:lstStyle/>
          <a:p>
            <a:r>
              <a:rPr lang="es-MX" dirty="0" smtClean="0"/>
              <a:t>Hecho por el alumno: Eduardo de 4to de secundari</a:t>
            </a:r>
            <a:r>
              <a:rPr lang="es-MX" dirty="0"/>
              <a:t>a</a:t>
            </a:r>
            <a:endParaRPr lang="en-US" dirty="0"/>
          </a:p>
        </p:txBody>
      </p:sp>
      <p:pic>
        <p:nvPicPr>
          <p:cNvPr id="10" name="Audio 9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8646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4"/>
    </mc:Choice>
    <mc:Fallback>
      <p:transition spd="slow" advTm="35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Porque tenemos a la policía de primer nivel </a:t>
            </a:r>
            <a:endParaRPr lang="en-US" dirty="0"/>
          </a:p>
        </p:txBody>
      </p:sp>
      <p:sp>
        <p:nvSpPr>
          <p:cNvPr id="13" name="Marcador de contenido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Audio 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28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2"/>
    </mc:Choice>
    <mc:Fallback>
      <p:transition spd="slow" advTm="22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Porque tenemos los mejores alcaldes 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6716110" y="2207172"/>
            <a:ext cx="407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Porque no soy muy bueno pero intento </a:t>
            </a:r>
            <a:endParaRPr lang="en-US" dirty="0"/>
          </a:p>
        </p:txBody>
      </p:sp>
      <p:sp>
        <p:nvSpPr>
          <p:cNvPr id="15" name="Marcador de contenido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36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88"/>
    </mc:Choice>
    <mc:Fallback>
      <p:transition spd="slow" advTm="4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También porque los profesores los jalan 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7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92"/>
    </mc:Choice>
    <mc:Fallback>
      <p:transition spd="slow" advTm="31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Otro punto también porque los Chamos ya influenciaron </a:t>
            </a:r>
            <a:endParaRPr lang="en-US" dirty="0"/>
          </a:p>
        </p:txBody>
      </p:sp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61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2"/>
    </mc:Choice>
    <mc:Fallback>
      <p:transition spd="slow" advTm="33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Gracias por ver espero mi 20 profesor mentira pero si una nota aprobatoria </a:t>
            </a:r>
            <a:endParaRPr lang="en-US" dirty="0"/>
          </a:p>
        </p:txBody>
      </p:sp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02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87"/>
    </mc:Choice>
    <mc:Fallback>
      <p:transition spd="slow" advTm="51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68</Words>
  <Application>Microsoft Office PowerPoint</Application>
  <PresentationFormat>Panorámica</PresentationFormat>
  <Paragraphs>8</Paragraphs>
  <Slides>6</Slides>
  <Notes>0</Notes>
  <HiddenSlides>0</HiddenSlides>
  <MMClips>6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¿Porque existe tanta delincuencia en San Juan de Lurigancho?</vt:lpstr>
      <vt:lpstr>Porque tenemos a la policía de primer nivel </vt:lpstr>
      <vt:lpstr>Porque tenemos los mejores alcaldes </vt:lpstr>
      <vt:lpstr>También porque los profesores los jalan </vt:lpstr>
      <vt:lpstr>Otro punto también porque los Chamos ya influenciaron </vt:lpstr>
      <vt:lpstr>Gracias por ver espero mi 20 profesor mentira pero si una nota aprobatoria </vt:lpstr>
    </vt:vector>
  </TitlesOfParts>
  <Company>Dixguel03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PC</cp:lastModifiedBy>
  <cp:revision>8</cp:revision>
  <dcterms:created xsi:type="dcterms:W3CDTF">2023-09-01T03:02:13Z</dcterms:created>
  <dcterms:modified xsi:type="dcterms:W3CDTF">2023-09-01T05:31:14Z</dcterms:modified>
</cp:coreProperties>
</file>